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8A0639-8766-4242-9F9C-AA8AF584273C}" v="1" dt="2026-02-24T10:49:32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ad HANNA" userId="f020774d-b56b-4df4-ad69-932c15f66d43" providerId="ADAL" clId="{A45F6789-3D61-4849-A207-923FB0C0A754}"/>
    <pc:docChg chg="custSel addSld delSld modSld">
      <pc:chgData name="Ziad HANNA" userId="f020774d-b56b-4df4-ad69-932c15f66d43" providerId="ADAL" clId="{A45F6789-3D61-4849-A207-923FB0C0A754}" dt="2026-02-24T10:50:02.309" v="5" actId="47"/>
      <pc:docMkLst>
        <pc:docMk/>
      </pc:docMkLst>
      <pc:sldChg chg="delSp modSp">
        <pc:chgData name="Ziad HANNA" userId="f020774d-b56b-4df4-ad69-932c15f66d43" providerId="ADAL" clId="{A45F6789-3D61-4849-A207-923FB0C0A754}" dt="2026-02-24T10:49:32.557" v="0" actId="165"/>
        <pc:sldMkLst>
          <pc:docMk/>
          <pc:sldMk cId="3443526016" sldId="256"/>
        </pc:sldMkLst>
        <pc:spChg chg="mod">
          <ac:chgData name="Ziad HANNA" userId="f020774d-b56b-4df4-ad69-932c15f66d43" providerId="ADAL" clId="{A45F6789-3D61-4849-A207-923FB0C0A754}" dt="2026-02-24T10:49:32.557" v="0" actId="165"/>
          <ac:spMkLst>
            <pc:docMk/>
            <pc:sldMk cId="3443526016" sldId="256"/>
            <ac:spMk id="7" creationId="{F4A6B882-B9F4-1D90-E738-B2B9021B562C}"/>
          </ac:spMkLst>
        </pc:spChg>
        <pc:spChg chg="mod">
          <ac:chgData name="Ziad HANNA" userId="f020774d-b56b-4df4-ad69-932c15f66d43" providerId="ADAL" clId="{A45F6789-3D61-4849-A207-923FB0C0A754}" dt="2026-02-24T10:49:32.557" v="0" actId="165"/>
          <ac:spMkLst>
            <pc:docMk/>
            <pc:sldMk cId="3443526016" sldId="256"/>
            <ac:spMk id="15" creationId="{9CF019F1-CC6D-5958-2801-CFB8DAF2700D}"/>
          </ac:spMkLst>
        </pc:spChg>
        <pc:spChg chg="mod">
          <ac:chgData name="Ziad HANNA" userId="f020774d-b56b-4df4-ad69-932c15f66d43" providerId="ADAL" clId="{A45F6789-3D61-4849-A207-923FB0C0A754}" dt="2026-02-24T10:49:32.557" v="0" actId="165"/>
          <ac:spMkLst>
            <pc:docMk/>
            <pc:sldMk cId="3443526016" sldId="256"/>
            <ac:spMk id="36" creationId="{4220101D-4C36-8D87-9B80-AB51C3EB9BCB}"/>
          </ac:spMkLst>
        </pc:spChg>
        <pc:spChg chg="mod">
          <ac:chgData name="Ziad HANNA" userId="f020774d-b56b-4df4-ad69-932c15f66d43" providerId="ADAL" clId="{A45F6789-3D61-4849-A207-923FB0C0A754}" dt="2026-02-24T10:49:32.557" v="0" actId="165"/>
          <ac:spMkLst>
            <pc:docMk/>
            <pc:sldMk cId="3443526016" sldId="256"/>
            <ac:spMk id="49" creationId="{6937FFCB-19D4-5049-9B37-703487BBD3A6}"/>
          </ac:spMkLst>
        </pc:spChg>
        <pc:spChg chg="mod">
          <ac:chgData name="Ziad HANNA" userId="f020774d-b56b-4df4-ad69-932c15f66d43" providerId="ADAL" clId="{A45F6789-3D61-4849-A207-923FB0C0A754}" dt="2026-02-24T10:49:32.557" v="0" actId="165"/>
          <ac:spMkLst>
            <pc:docMk/>
            <pc:sldMk cId="3443526016" sldId="256"/>
            <ac:spMk id="52" creationId="{6ECEBFCE-DB2F-0383-D431-B3EDFD2846BE}"/>
          </ac:spMkLst>
        </pc:spChg>
        <pc:spChg chg="mod">
          <ac:chgData name="Ziad HANNA" userId="f020774d-b56b-4df4-ad69-932c15f66d43" providerId="ADAL" clId="{A45F6789-3D61-4849-A207-923FB0C0A754}" dt="2026-02-24T10:49:32.557" v="0" actId="165"/>
          <ac:spMkLst>
            <pc:docMk/>
            <pc:sldMk cId="3443526016" sldId="256"/>
            <ac:spMk id="1038" creationId="{32FB8BDA-6829-64D2-3C38-00AA52D9CE4B}"/>
          </ac:spMkLst>
        </pc:spChg>
        <pc:spChg chg="mod">
          <ac:chgData name="Ziad HANNA" userId="f020774d-b56b-4df4-ad69-932c15f66d43" providerId="ADAL" clId="{A45F6789-3D61-4849-A207-923FB0C0A754}" dt="2026-02-24T10:49:32.557" v="0" actId="165"/>
          <ac:spMkLst>
            <pc:docMk/>
            <pc:sldMk cId="3443526016" sldId="256"/>
            <ac:spMk id="1062" creationId="{E447A56E-BCC1-56A6-16B0-10F44B7ACBE8}"/>
          </ac:spMkLst>
        </pc:spChg>
        <pc:spChg chg="mod">
          <ac:chgData name="Ziad HANNA" userId="f020774d-b56b-4df4-ad69-932c15f66d43" providerId="ADAL" clId="{A45F6789-3D61-4849-A207-923FB0C0A754}" dt="2026-02-24T10:49:32.557" v="0" actId="165"/>
          <ac:spMkLst>
            <pc:docMk/>
            <pc:sldMk cId="3443526016" sldId="256"/>
            <ac:spMk id="1077" creationId="{DC23FCBE-1645-7525-0590-2D9E5ED527FD}"/>
          </ac:spMkLst>
        </pc:spChg>
        <pc:spChg chg="mod topLvl">
          <ac:chgData name="Ziad HANNA" userId="f020774d-b56b-4df4-ad69-932c15f66d43" providerId="ADAL" clId="{A45F6789-3D61-4849-A207-923FB0C0A754}" dt="2026-02-24T10:49:32.557" v="0" actId="165"/>
          <ac:spMkLst>
            <pc:docMk/>
            <pc:sldMk cId="3443526016" sldId="256"/>
            <ac:spMk id="1079" creationId="{82A99602-B679-263B-0432-C08CDF311A1C}"/>
          </ac:spMkLst>
        </pc:spChg>
        <pc:spChg chg="mod">
          <ac:chgData name="Ziad HANNA" userId="f020774d-b56b-4df4-ad69-932c15f66d43" providerId="ADAL" clId="{A45F6789-3D61-4849-A207-923FB0C0A754}" dt="2026-02-24T10:49:32.557" v="0" actId="165"/>
          <ac:spMkLst>
            <pc:docMk/>
            <pc:sldMk cId="3443526016" sldId="256"/>
            <ac:spMk id="1081" creationId="{79574610-04F3-0E9E-F91F-02F1A659B6C4}"/>
          </ac:spMkLst>
        </pc:spChg>
      </pc:sldChg>
      <pc:sldChg chg="addSp delSp modSp new del mod">
        <pc:chgData name="Ziad HANNA" userId="f020774d-b56b-4df4-ad69-932c15f66d43" providerId="ADAL" clId="{A45F6789-3D61-4849-A207-923FB0C0A754}" dt="2026-02-24T10:50:02.309" v="5" actId="47"/>
        <pc:sldMkLst>
          <pc:docMk/>
          <pc:sldMk cId="2847187135" sldId="257"/>
        </pc:sldMkLst>
        <pc:spChg chg="del">
          <ac:chgData name="Ziad HANNA" userId="f020774d-b56b-4df4-ad69-932c15f66d43" providerId="ADAL" clId="{A45F6789-3D61-4849-A207-923FB0C0A754}" dt="2026-02-24T10:49:38.602" v="2" actId="478"/>
          <ac:spMkLst>
            <pc:docMk/>
            <pc:sldMk cId="2847187135" sldId="257"/>
            <ac:spMk id="2" creationId="{1AC3C122-4C24-B00D-47A1-349E47F970DF}"/>
          </ac:spMkLst>
        </pc:spChg>
        <pc:spChg chg="del">
          <ac:chgData name="Ziad HANNA" userId="f020774d-b56b-4df4-ad69-932c15f66d43" providerId="ADAL" clId="{A45F6789-3D61-4849-A207-923FB0C0A754}" dt="2026-02-24T10:49:39.418" v="3" actId="478"/>
          <ac:spMkLst>
            <pc:docMk/>
            <pc:sldMk cId="2847187135" sldId="257"/>
            <ac:spMk id="3" creationId="{CA8B5D26-A186-F0DC-977C-C051C4857946}"/>
          </ac:spMkLst>
        </pc:spChg>
        <pc:graphicFrameChg chg="add modGraphic">
          <ac:chgData name="Ziad HANNA" userId="f020774d-b56b-4df4-ad69-932c15f66d43" providerId="ADAL" clId="{A45F6789-3D61-4849-A207-923FB0C0A754}" dt="2026-02-24T10:49:52.859" v="4" actId="1032"/>
          <ac:graphicFrameMkLst>
            <pc:docMk/>
            <pc:sldMk cId="2847187135" sldId="257"/>
            <ac:graphicFrameMk id="4" creationId="{FDA7B1B8-FE81-EC54-E578-178E7B27300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F27EC1-75D8-4FDD-A25F-44B1147FA67B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85A55-49A3-4E57-AAA7-C5B478B64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01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07A1C-769E-E011-4C5C-7D680DB01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D230C-842A-3043-6A29-529492E8C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CFDC2-FF95-3DAE-6525-5ABEE0418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3D4E5-EA6E-49B6-AE39-E2432334808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52CC7-DED4-3404-78D0-86AF8C8E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60163-4C20-B6E5-5F37-712E9E7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63A76-B8A3-42E3-9AA8-A001C2CE0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6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5CE98-2B4A-388F-C649-89DF1375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08C01-A67F-C1C8-31D3-32B066604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DC9C6-4AD0-DBAD-9D71-05395C53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3D4E5-EA6E-49B6-AE39-E2432334808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E2FE9-8C8C-FBCF-C804-D9E5115DF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D2016-D1A8-A14A-08EB-F0C6655A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63A76-B8A3-42E3-9AA8-A001C2CE0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57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A0F0-83C0-E841-5A1F-B9C4B734C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7BE6E-8D8E-7993-AFAA-994834C61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A499F-6458-31B5-18A3-B9643428D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3D4E5-EA6E-49B6-AE39-E2432334808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DC04F-04CF-EC55-3F84-58BCC899C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83D1E-2223-0E71-3947-D95E9F0C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63A76-B8A3-42E3-9AA8-A001C2CE0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60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64F50-6CE3-151E-A4AC-FD6A2591D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5621F-A6E4-FE12-038E-DDE5724F06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5762D-26BD-DCE0-BD0E-9A1FB79A1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5731A-BD29-1C2F-738B-96F57694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3D4E5-EA6E-49B6-AE39-E2432334808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A4C64-D371-942C-AD4A-F3C9FC8EC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999BE-DD7E-B3D4-71E1-D70EE5A5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63A76-B8A3-42E3-9AA8-A001C2CE0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38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4A0D-9741-BEE3-3DB1-E474979CA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8072F-18E5-9BD9-3E57-C80950412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09080-A841-C23B-D697-CF922F833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C7C0BF-1178-45C5-C474-7336FD9869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6868B2-3C72-D104-2C61-D3D350A12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01A5F-8EAA-B393-BEE4-D81EDEADD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3D4E5-EA6E-49B6-AE39-E2432334808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5DB14-54C5-BCDC-A7D1-84475766F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30A613-9E67-496A-57C8-51EE2E851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63A76-B8A3-42E3-9AA8-A001C2CE0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17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48002-CCA4-7B9C-6472-7F0EEDC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F180F0-0E84-5594-9E8A-E75706413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3D4E5-EA6E-49B6-AE39-E2432334808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D606F-67FC-1FD2-EBA2-1D870B6EF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632D9-FE7B-057E-2C1C-B4978311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63A76-B8A3-42E3-9AA8-A001C2CE0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4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73F1A-C7C0-3432-7CAF-FC0CEEAE2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3D4E5-EA6E-49B6-AE39-E2432334808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78BE24-33D2-1B44-2CA5-27B7A75D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AF679-CFC2-3528-DA05-6C3E6A3F6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63A76-B8A3-42E3-9AA8-A001C2CE0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0B3A2-9B22-11F3-2E93-E0C2A3A72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AA3CD-EFD2-CD4D-7F0B-35A73350F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37447-07E9-5E98-65C9-0EB575620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6AF8E-C940-F158-91FB-D97DA350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3D4E5-EA6E-49B6-AE39-E2432334808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BEEFA-D8B2-6A38-F5C1-2041E1A80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46393-09C7-C6DA-D523-4B1B9C4D2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63A76-B8A3-42E3-9AA8-A001C2CE0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9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393DE-39F7-D578-CF27-1E120C007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0CC99A-5544-D727-5671-5710F2FF7E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0D70B-AE24-E39D-5DE0-E673DA642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68C25-B159-B28B-C938-9BB01F05E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3D4E5-EA6E-49B6-AE39-E2432334808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6D19A-38BD-0D2B-8592-51107EC96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E22EC-49FF-AE6D-9A3A-E7E2EF004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63A76-B8A3-42E3-9AA8-A001C2CE0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5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5311A-7BFC-88D8-7BC6-91362055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B1BED-E4BE-FB90-3AF3-18B2480AF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77198-30BE-1546-310A-A7936A0A8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3D4E5-EA6E-49B6-AE39-E2432334808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7AEAB-41F5-9AE4-EC36-20050E16D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704C6-10B8-00FA-8112-F4D3C1783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63A76-B8A3-42E3-9AA8-A001C2CE0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23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71EE19-951D-C8BD-9035-9B9D92A2D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02368-7FAF-FE74-3ACA-617CA3A6E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545C3-5B0C-02FC-5FA3-F45758DF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3D4E5-EA6E-49B6-AE39-E2432334808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F7D7A-1B09-B521-1EA8-1F90FB7C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83B46-53AE-A96E-B9F2-251FD63F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63A76-B8A3-42E3-9AA8-A001C2CE0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5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0AB5EC-96A1-405B-DBC5-A03EF0C6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D4D1A-E6E8-18F6-E324-E6B2BDFF7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F37E7-E82F-7850-64B9-510189B34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43D4E5-EA6E-49B6-AE39-E2432334808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E5964-A2F4-1D3C-9829-A239B865C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BE4A7-2374-120C-8C48-8AFF2B5DD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E63A76-B8A3-42E3-9AA8-A001C2CE05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36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8C002EBD-C435-95E6-D1F9-B22360EF5999}"/>
              </a:ext>
            </a:extLst>
          </p:cNvPr>
          <p:cNvCxnSpPr>
            <a:stCxn id="1026" idx="3"/>
            <a:endCxn id="1028" idx="1"/>
          </p:cNvCxnSpPr>
          <p:nvPr/>
        </p:nvCxnSpPr>
        <p:spPr>
          <a:xfrm flipV="1">
            <a:off x="1991440" y="1096855"/>
            <a:ext cx="3106996" cy="4002840"/>
          </a:xfrm>
          <a:prstGeom prst="bentConnector3">
            <a:avLst>
              <a:gd name="adj1" fmla="val 3860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A7542C60-68C2-8B83-FDE8-9E620EBF4077}"/>
              </a:ext>
            </a:extLst>
          </p:cNvPr>
          <p:cNvGrpSpPr/>
          <p:nvPr/>
        </p:nvGrpSpPr>
        <p:grpSpPr>
          <a:xfrm>
            <a:off x="838610" y="2969500"/>
            <a:ext cx="1715729" cy="2587395"/>
            <a:chOff x="562896" y="2675710"/>
            <a:chExt cx="1715729" cy="258739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4A6B882-B9F4-1D90-E738-B2B9021B562C}"/>
                </a:ext>
              </a:extLst>
            </p:cNvPr>
            <p:cNvSpPr/>
            <p:nvPr/>
          </p:nvSpPr>
          <p:spPr>
            <a:xfrm>
              <a:off x="562896" y="2675710"/>
              <a:ext cx="1715729" cy="2587395"/>
            </a:xfrm>
            <a:prstGeom prst="roundRect">
              <a:avLst>
                <a:gd name="adj" fmla="val 530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5EA2C8A-244D-3DDD-692D-9E44BF4DCE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5790" y="4510937"/>
              <a:ext cx="589936" cy="589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A81BCBC-6294-FB16-AEF5-B6827FE65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7084" y="3135210"/>
              <a:ext cx="692695" cy="65906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CF019F1-CC6D-5958-2801-CFB8DAF2700D}"/>
                </a:ext>
              </a:extLst>
            </p:cNvPr>
            <p:cNvSpPr txBox="1"/>
            <p:nvPr/>
          </p:nvSpPr>
          <p:spPr>
            <a:xfrm>
              <a:off x="1118464" y="2765878"/>
              <a:ext cx="6045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DEV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8E8C28E-88BB-1339-AC20-466AC35966B5}"/>
                </a:ext>
              </a:extLst>
            </p:cNvPr>
            <p:cNvCxnSpPr>
              <a:cxnSpLocks/>
              <a:stCxn id="14" idx="2"/>
              <a:endCxn id="1026" idx="0"/>
            </p:cNvCxnSpPr>
            <p:nvPr/>
          </p:nvCxnSpPr>
          <p:spPr>
            <a:xfrm>
              <a:off x="1413432" y="3794279"/>
              <a:ext cx="7326" cy="7166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B2AF885-BF9D-1DF5-F95F-4D91D49FA2E9}"/>
                </a:ext>
              </a:extLst>
            </p:cNvPr>
            <p:cNvSpPr txBox="1"/>
            <p:nvPr/>
          </p:nvSpPr>
          <p:spPr>
            <a:xfrm>
              <a:off x="1417095" y="4017899"/>
              <a:ext cx="7248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Commit</a:t>
              </a:r>
            </a:p>
          </p:txBody>
        </p:sp>
      </p:grp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ACEB93B0-2117-1747-C6FB-D520286CFF15}"/>
              </a:ext>
            </a:extLst>
          </p:cNvPr>
          <p:cNvGrpSpPr/>
          <p:nvPr/>
        </p:nvGrpSpPr>
        <p:grpSpPr>
          <a:xfrm>
            <a:off x="3718234" y="639655"/>
            <a:ext cx="3674805" cy="5578689"/>
            <a:chOff x="4258597" y="385245"/>
            <a:chExt cx="3674805" cy="5578689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0BA17771-ED96-F6BF-BDF9-A2D9D4E2E6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8799" y="385245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4220101D-4C36-8D87-9B80-AB51C3EB9BCB}"/>
                </a:ext>
              </a:extLst>
            </p:cNvPr>
            <p:cNvSpPr/>
            <p:nvPr/>
          </p:nvSpPr>
          <p:spPr>
            <a:xfrm>
              <a:off x="4258597" y="1898744"/>
              <a:ext cx="3674805" cy="4065190"/>
            </a:xfrm>
            <a:prstGeom prst="roundRect">
              <a:avLst>
                <a:gd name="adj" fmla="val 530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EFE476DE-393D-6867-3908-061365ADAAF4}"/>
                </a:ext>
              </a:extLst>
            </p:cNvPr>
            <p:cNvCxnSpPr>
              <a:stCxn id="1028" idx="2"/>
              <a:endCxn id="36" idx="0"/>
            </p:cNvCxnSpPr>
            <p:nvPr/>
          </p:nvCxnSpPr>
          <p:spPr>
            <a:xfrm>
              <a:off x="6095999" y="1299645"/>
              <a:ext cx="1" cy="5990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C5ECC0B-7BFF-A91B-01D5-F813867B7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4296" y="2358244"/>
              <a:ext cx="692695" cy="659069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6F309FE-BE6D-CB7D-48A8-8BC43A058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3642" y="2361816"/>
              <a:ext cx="692695" cy="659069"/>
            </a:xfrm>
            <a:prstGeom prst="rect">
              <a:avLst/>
            </a:prstGeom>
          </p:spPr>
        </p:pic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2F5D3249-51E3-83BC-9318-9639F2AEC091}"/>
                </a:ext>
              </a:extLst>
            </p:cNvPr>
            <p:cNvCxnSpPr>
              <a:stCxn id="41" idx="3"/>
              <a:endCxn id="42" idx="1"/>
            </p:cNvCxnSpPr>
            <p:nvPr/>
          </p:nvCxnSpPr>
          <p:spPr>
            <a:xfrm>
              <a:off x="5516991" y="2687779"/>
              <a:ext cx="1156651" cy="35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937FFCB-19D4-5049-9B37-703487BBD3A6}"/>
                </a:ext>
              </a:extLst>
            </p:cNvPr>
            <p:cNvSpPr txBox="1"/>
            <p:nvPr/>
          </p:nvSpPr>
          <p:spPr>
            <a:xfrm>
              <a:off x="4868348" y="1988912"/>
              <a:ext cx="6045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DEV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F2388CD-C2AA-CC29-0F43-E16C9B128A51}"/>
                </a:ext>
              </a:extLst>
            </p:cNvPr>
            <p:cNvSpPr txBox="1"/>
            <p:nvPr/>
          </p:nvSpPr>
          <p:spPr>
            <a:xfrm>
              <a:off x="6560824" y="1988912"/>
              <a:ext cx="917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Staging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ECEBFCE-DB2F-0383-D431-B3EDFD2846BE}"/>
                </a:ext>
              </a:extLst>
            </p:cNvPr>
            <p:cNvSpPr txBox="1"/>
            <p:nvPr/>
          </p:nvSpPr>
          <p:spPr>
            <a:xfrm>
              <a:off x="5618838" y="2214045"/>
              <a:ext cx="9962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Import</a:t>
              </a:r>
            </a:p>
            <a:p>
              <a:pPr algn="ctr"/>
              <a:r>
                <a:rPr lang="en-US" sz="1200" dirty="0"/>
                <a:t>Unmanaged</a:t>
              </a:r>
            </a:p>
          </p:txBody>
        </p:sp>
        <p:pic>
          <p:nvPicPr>
            <p:cNvPr id="1025" name="Picture 1024">
              <a:extLst>
                <a:ext uri="{FF2B5EF4-FFF2-40B4-BE49-F238E27FC236}">
                  <a16:creationId xmlns:a16="http://schemas.microsoft.com/office/drawing/2014/main" id="{A8B372AB-31C9-CFFE-09BA-22F418141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86993" y="3382177"/>
              <a:ext cx="828791" cy="647790"/>
            </a:xfrm>
            <a:prstGeom prst="rect">
              <a:avLst/>
            </a:prstGeom>
          </p:spPr>
        </p:pic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83165E47-5C59-A692-6AE2-54C3BADE4845}"/>
                </a:ext>
              </a:extLst>
            </p:cNvPr>
            <p:cNvSpPr txBox="1"/>
            <p:nvPr/>
          </p:nvSpPr>
          <p:spPr>
            <a:xfrm>
              <a:off x="6201019" y="2947464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Connect</a:t>
              </a:r>
            </a:p>
          </p:txBody>
        </p:sp>
        <p:sp>
          <p:nvSpPr>
            <p:cNvPr id="1034" name="Rectangle: Rounded Corners 1033">
              <a:extLst>
                <a:ext uri="{FF2B5EF4-FFF2-40B4-BE49-F238E27FC236}">
                  <a16:creationId xmlns:a16="http://schemas.microsoft.com/office/drawing/2014/main" id="{AA598E65-27DE-583F-2B59-BE1A418C908F}"/>
                </a:ext>
              </a:extLst>
            </p:cNvPr>
            <p:cNvSpPr/>
            <p:nvPr/>
          </p:nvSpPr>
          <p:spPr>
            <a:xfrm>
              <a:off x="4441920" y="4565477"/>
              <a:ext cx="1267963" cy="634995"/>
            </a:xfrm>
            <a:prstGeom prst="roundRect">
              <a:avLst>
                <a:gd name="adj" fmla="val 530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ysClr val="windowText" lastClr="000000"/>
                  </a:solidFill>
                </a:rPr>
                <a:t>Split DEV-origin components</a:t>
              </a:r>
            </a:p>
          </p:txBody>
        </p:sp>
        <p:cxnSp>
          <p:nvCxnSpPr>
            <p:cNvPr id="1037" name="Connector: Elbow 1036">
              <a:extLst>
                <a:ext uri="{FF2B5EF4-FFF2-40B4-BE49-F238E27FC236}">
                  <a16:creationId xmlns:a16="http://schemas.microsoft.com/office/drawing/2014/main" id="{9C1E59BD-B30A-989F-EE6A-3662DEFC0FE7}"/>
                </a:ext>
              </a:extLst>
            </p:cNvPr>
            <p:cNvCxnSpPr>
              <a:stCxn id="1025" idx="0"/>
              <a:endCxn id="42" idx="2"/>
            </p:cNvCxnSpPr>
            <p:nvPr/>
          </p:nvCxnSpPr>
          <p:spPr>
            <a:xfrm rot="5400000" flipH="1" flipV="1">
              <a:off x="6380043" y="2742231"/>
              <a:ext cx="361292" cy="91860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38" name="Rectangle: Rounded Corners 1037">
              <a:extLst>
                <a:ext uri="{FF2B5EF4-FFF2-40B4-BE49-F238E27FC236}">
                  <a16:creationId xmlns:a16="http://schemas.microsoft.com/office/drawing/2014/main" id="{32FB8BDA-6829-64D2-3C38-00AA52D9CE4B}"/>
                </a:ext>
              </a:extLst>
            </p:cNvPr>
            <p:cNvSpPr/>
            <p:nvPr/>
          </p:nvSpPr>
          <p:spPr>
            <a:xfrm>
              <a:off x="6116956" y="4252172"/>
              <a:ext cx="1593945" cy="1261606"/>
            </a:xfrm>
            <a:prstGeom prst="roundRect">
              <a:avLst>
                <a:gd name="adj" fmla="val 530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ysClr val="windowText" lastClr="000000"/>
                  </a:solidFill>
                </a:rPr>
                <a:t>1- </a:t>
              </a:r>
              <a:r>
                <a:rPr lang="en-US" sz="1200" dirty="0" err="1">
                  <a:solidFill>
                    <a:sysClr val="windowText" lastClr="000000"/>
                  </a:solidFill>
                </a:rPr>
                <a:t>WebResources</a:t>
              </a:r>
              <a:endParaRPr lang="en-US" sz="12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200" dirty="0">
                  <a:solidFill>
                    <a:sysClr val="windowText" lastClr="000000"/>
                  </a:solidFill>
                </a:rPr>
                <a:t>2- Customizations</a:t>
              </a:r>
            </a:p>
            <a:p>
              <a:pPr algn="ctr"/>
              <a:r>
                <a:rPr lang="en-US" sz="1200" dirty="0">
                  <a:solidFill>
                    <a:sysClr val="windowText" lastClr="000000"/>
                  </a:solidFill>
                </a:rPr>
                <a:t>3- </a:t>
              </a:r>
              <a:r>
                <a:rPr lang="en-US" sz="1200" dirty="0" err="1">
                  <a:solidFill>
                    <a:sysClr val="windowText" lastClr="000000"/>
                  </a:solidFill>
                </a:rPr>
                <a:t>SecurityRoles</a:t>
              </a:r>
              <a:endParaRPr lang="en-US" sz="12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200" dirty="0">
                  <a:solidFill>
                    <a:sysClr val="windowText" lastClr="000000"/>
                  </a:solidFill>
                </a:rPr>
                <a:t>4- Flows</a:t>
              </a:r>
            </a:p>
            <a:p>
              <a:pPr algn="ctr"/>
              <a:r>
                <a:rPr lang="en-US" sz="1200" dirty="0">
                  <a:solidFill>
                    <a:sysClr val="windowText" lastClr="000000"/>
                  </a:solidFill>
                </a:rPr>
                <a:t>5- Plugins</a:t>
              </a:r>
            </a:p>
          </p:txBody>
        </p:sp>
        <p:cxnSp>
          <p:nvCxnSpPr>
            <p:cNvPr id="1042" name="Connector: Elbow 1041">
              <a:extLst>
                <a:ext uri="{FF2B5EF4-FFF2-40B4-BE49-F238E27FC236}">
                  <a16:creationId xmlns:a16="http://schemas.microsoft.com/office/drawing/2014/main" id="{C791FB7F-686F-F764-724F-263D7325DD53}"/>
                </a:ext>
              </a:extLst>
            </p:cNvPr>
            <p:cNvCxnSpPr>
              <a:stCxn id="42" idx="3"/>
              <a:endCxn id="1038" idx="0"/>
            </p:cNvCxnSpPr>
            <p:nvPr/>
          </p:nvCxnSpPr>
          <p:spPr>
            <a:xfrm flipH="1">
              <a:off x="6913929" y="2691351"/>
              <a:ext cx="452408" cy="1560821"/>
            </a:xfrm>
            <a:prstGeom prst="bentConnector4">
              <a:avLst>
                <a:gd name="adj1" fmla="val -50530"/>
                <a:gd name="adj2" fmla="val 60556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4" name="Connector: Elbow 1043">
              <a:extLst>
                <a:ext uri="{FF2B5EF4-FFF2-40B4-BE49-F238E27FC236}">
                  <a16:creationId xmlns:a16="http://schemas.microsoft.com/office/drawing/2014/main" id="{41EC44B4-4104-193D-3F38-7A164AA5E86B}"/>
                </a:ext>
              </a:extLst>
            </p:cNvPr>
            <p:cNvCxnSpPr>
              <a:stCxn id="1025" idx="1"/>
              <a:endCxn id="1034" idx="0"/>
            </p:cNvCxnSpPr>
            <p:nvPr/>
          </p:nvCxnSpPr>
          <p:spPr>
            <a:xfrm rot="10800000" flipV="1">
              <a:off x="5075903" y="3706071"/>
              <a:ext cx="611091" cy="859405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6" name="Straight Arrow Connector 1045">
              <a:extLst>
                <a:ext uri="{FF2B5EF4-FFF2-40B4-BE49-F238E27FC236}">
                  <a16:creationId xmlns:a16="http://schemas.microsoft.com/office/drawing/2014/main" id="{2B52246D-09E1-2725-C324-AB78AA26C86F}"/>
                </a:ext>
              </a:extLst>
            </p:cNvPr>
            <p:cNvCxnSpPr>
              <a:cxnSpLocks/>
              <a:stCxn id="1034" idx="3"/>
            </p:cNvCxnSpPr>
            <p:nvPr/>
          </p:nvCxnSpPr>
          <p:spPr>
            <a:xfrm flipV="1">
              <a:off x="5709883" y="4523005"/>
              <a:ext cx="407073" cy="3599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" name="Straight Arrow Connector 1047">
              <a:extLst>
                <a:ext uri="{FF2B5EF4-FFF2-40B4-BE49-F238E27FC236}">
                  <a16:creationId xmlns:a16="http://schemas.microsoft.com/office/drawing/2014/main" id="{6C80A9F1-6A6C-F141-5ABA-76599B4F19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9883" y="4715034"/>
              <a:ext cx="385433" cy="167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0" name="Straight Arrow Connector 1049">
              <a:extLst>
                <a:ext uri="{FF2B5EF4-FFF2-40B4-BE49-F238E27FC236}">
                  <a16:creationId xmlns:a16="http://schemas.microsoft.com/office/drawing/2014/main" id="{FB5139D9-5A7A-DA32-27C0-5949C7979393}"/>
                </a:ext>
              </a:extLst>
            </p:cNvPr>
            <p:cNvCxnSpPr>
              <a:stCxn id="1034" idx="3"/>
              <a:endCxn id="1038" idx="1"/>
            </p:cNvCxnSpPr>
            <p:nvPr/>
          </p:nvCxnSpPr>
          <p:spPr>
            <a:xfrm>
              <a:off x="5709883" y="4882975"/>
              <a:ext cx="40707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2" name="Straight Arrow Connector 1051">
              <a:extLst>
                <a:ext uri="{FF2B5EF4-FFF2-40B4-BE49-F238E27FC236}">
                  <a16:creationId xmlns:a16="http://schemas.microsoft.com/office/drawing/2014/main" id="{9CD73274-BC30-FB88-58AD-EC2E52454847}"/>
                </a:ext>
              </a:extLst>
            </p:cNvPr>
            <p:cNvCxnSpPr>
              <a:cxnSpLocks/>
              <a:stCxn id="1034" idx="3"/>
            </p:cNvCxnSpPr>
            <p:nvPr/>
          </p:nvCxnSpPr>
          <p:spPr>
            <a:xfrm>
              <a:off x="5709883" y="4882975"/>
              <a:ext cx="407073" cy="1582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4" name="Straight Arrow Connector 1053">
              <a:extLst>
                <a:ext uri="{FF2B5EF4-FFF2-40B4-BE49-F238E27FC236}">
                  <a16:creationId xmlns:a16="http://schemas.microsoft.com/office/drawing/2014/main" id="{46CC1824-72AB-A2CA-53E0-A756B8ADA533}"/>
                </a:ext>
              </a:extLst>
            </p:cNvPr>
            <p:cNvCxnSpPr>
              <a:cxnSpLocks/>
              <a:stCxn id="1034" idx="3"/>
            </p:cNvCxnSpPr>
            <p:nvPr/>
          </p:nvCxnSpPr>
          <p:spPr>
            <a:xfrm>
              <a:off x="5709883" y="4882975"/>
              <a:ext cx="407073" cy="3599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70" name="Connector: Elbow 1069">
            <a:extLst>
              <a:ext uri="{FF2B5EF4-FFF2-40B4-BE49-F238E27FC236}">
                <a16:creationId xmlns:a16="http://schemas.microsoft.com/office/drawing/2014/main" id="{530A7278-BBBE-7564-1360-4031700FD426}"/>
              </a:ext>
            </a:extLst>
          </p:cNvPr>
          <p:cNvCxnSpPr>
            <a:cxnSpLocks/>
            <a:stCxn id="1038" idx="3"/>
            <a:endCxn id="1062" idx="1"/>
          </p:cNvCxnSpPr>
          <p:nvPr/>
        </p:nvCxnSpPr>
        <p:spPr>
          <a:xfrm flipV="1">
            <a:off x="7170538" y="4153247"/>
            <a:ext cx="1498704" cy="9841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9" name="TextBox 1078">
            <a:extLst>
              <a:ext uri="{FF2B5EF4-FFF2-40B4-BE49-F238E27FC236}">
                <a16:creationId xmlns:a16="http://schemas.microsoft.com/office/drawing/2014/main" id="{82A99602-B679-263B-0432-C08CDF311A1C}"/>
              </a:ext>
            </a:extLst>
          </p:cNvPr>
          <p:cNvSpPr txBox="1"/>
          <p:nvPr/>
        </p:nvSpPr>
        <p:spPr>
          <a:xfrm>
            <a:off x="7924748" y="3837820"/>
            <a:ext cx="7200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Release</a:t>
            </a:r>
          </a:p>
        </p:txBody>
      </p: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9A7C89F2-BCAD-C3DB-3B81-5AFF11DDB422}"/>
              </a:ext>
            </a:extLst>
          </p:cNvPr>
          <p:cNvGrpSpPr/>
          <p:nvPr/>
        </p:nvGrpSpPr>
        <p:grpSpPr>
          <a:xfrm>
            <a:off x="8669242" y="2859549"/>
            <a:ext cx="2684147" cy="2587395"/>
            <a:chOff x="8393528" y="2565759"/>
            <a:chExt cx="2684147" cy="2587395"/>
          </a:xfrm>
        </p:grpSpPr>
        <p:sp>
          <p:nvSpPr>
            <p:cNvPr id="1062" name="Rectangle: Rounded Corners 1061">
              <a:extLst>
                <a:ext uri="{FF2B5EF4-FFF2-40B4-BE49-F238E27FC236}">
                  <a16:creationId xmlns:a16="http://schemas.microsoft.com/office/drawing/2014/main" id="{E447A56E-BCC1-56A6-16B0-10F44B7ACBE8}"/>
                </a:ext>
              </a:extLst>
            </p:cNvPr>
            <p:cNvSpPr/>
            <p:nvPr/>
          </p:nvSpPr>
          <p:spPr>
            <a:xfrm>
              <a:off x="8393528" y="2565759"/>
              <a:ext cx="2684147" cy="2587395"/>
            </a:xfrm>
            <a:prstGeom prst="roundRect">
              <a:avLst>
                <a:gd name="adj" fmla="val 530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067" name="Picture 1066">
              <a:extLst>
                <a:ext uri="{FF2B5EF4-FFF2-40B4-BE49-F238E27FC236}">
                  <a16:creationId xmlns:a16="http://schemas.microsoft.com/office/drawing/2014/main" id="{F4A66908-BE2F-8178-9D97-EBD56A4F4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01327" y="3529921"/>
              <a:ext cx="692695" cy="659069"/>
            </a:xfrm>
            <a:prstGeom prst="rect">
              <a:avLst/>
            </a:prstGeom>
          </p:spPr>
        </p:pic>
        <p:pic>
          <p:nvPicPr>
            <p:cNvPr id="1071" name="Picture 1070">
              <a:extLst>
                <a:ext uri="{FF2B5EF4-FFF2-40B4-BE49-F238E27FC236}">
                  <a16:creationId xmlns:a16="http://schemas.microsoft.com/office/drawing/2014/main" id="{2853DDA4-0942-0DFB-ED5A-81F0EB995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03269" y="3529920"/>
              <a:ext cx="692695" cy="659069"/>
            </a:xfrm>
            <a:prstGeom prst="rect">
              <a:avLst/>
            </a:prstGeom>
          </p:spPr>
        </p:pic>
        <p:cxnSp>
          <p:nvCxnSpPr>
            <p:cNvPr id="1075" name="Straight Arrow Connector 1074">
              <a:extLst>
                <a:ext uri="{FF2B5EF4-FFF2-40B4-BE49-F238E27FC236}">
                  <a16:creationId xmlns:a16="http://schemas.microsoft.com/office/drawing/2014/main" id="{13D02E01-6F8D-963E-9259-E3557530D47E}"/>
                </a:ext>
              </a:extLst>
            </p:cNvPr>
            <p:cNvCxnSpPr>
              <a:stCxn id="1067" idx="3"/>
              <a:endCxn id="1071" idx="1"/>
            </p:cNvCxnSpPr>
            <p:nvPr/>
          </p:nvCxnSpPr>
          <p:spPr>
            <a:xfrm flipV="1">
              <a:off x="9294022" y="3859455"/>
              <a:ext cx="90924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77" name="TextBox 1076">
              <a:extLst>
                <a:ext uri="{FF2B5EF4-FFF2-40B4-BE49-F238E27FC236}">
                  <a16:creationId xmlns:a16="http://schemas.microsoft.com/office/drawing/2014/main" id="{DC23FCBE-1645-7525-0590-2D9E5ED527FD}"/>
                </a:ext>
              </a:extLst>
            </p:cNvPr>
            <p:cNvSpPr txBox="1"/>
            <p:nvPr/>
          </p:nvSpPr>
          <p:spPr>
            <a:xfrm>
              <a:off x="8660512" y="3158131"/>
              <a:ext cx="5743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UAT</a:t>
              </a:r>
            </a:p>
          </p:txBody>
        </p:sp>
        <p:sp>
          <p:nvSpPr>
            <p:cNvPr id="1078" name="TextBox 1077">
              <a:extLst>
                <a:ext uri="{FF2B5EF4-FFF2-40B4-BE49-F238E27FC236}">
                  <a16:creationId xmlns:a16="http://schemas.microsoft.com/office/drawing/2014/main" id="{BAF27F4D-FAB3-CA19-EB0D-398284F4A028}"/>
                </a:ext>
              </a:extLst>
            </p:cNvPr>
            <p:cNvSpPr txBox="1"/>
            <p:nvPr/>
          </p:nvSpPr>
          <p:spPr>
            <a:xfrm>
              <a:off x="10158932" y="3185310"/>
              <a:ext cx="781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PROD</a:t>
              </a:r>
            </a:p>
          </p:txBody>
        </p:sp>
        <p:sp>
          <p:nvSpPr>
            <p:cNvPr id="1081" name="TextBox 1080">
              <a:extLst>
                <a:ext uri="{FF2B5EF4-FFF2-40B4-BE49-F238E27FC236}">
                  <a16:creationId xmlns:a16="http://schemas.microsoft.com/office/drawing/2014/main" id="{79574610-04F3-0E9E-F91F-02F1A659B6C4}"/>
                </a:ext>
              </a:extLst>
            </p:cNvPr>
            <p:cNvSpPr txBox="1"/>
            <p:nvPr/>
          </p:nvSpPr>
          <p:spPr>
            <a:xfrm>
              <a:off x="9388611" y="3544030"/>
              <a:ext cx="7200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Release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3526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24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Ziad HANNA</dc:creator>
  <cp:lastModifiedBy>Ziad HANNA</cp:lastModifiedBy>
  <cp:revision>1</cp:revision>
  <dcterms:created xsi:type="dcterms:W3CDTF">2026-02-24T09:40:27Z</dcterms:created>
  <dcterms:modified xsi:type="dcterms:W3CDTF">2026-02-24T10:50:10Z</dcterms:modified>
</cp:coreProperties>
</file>